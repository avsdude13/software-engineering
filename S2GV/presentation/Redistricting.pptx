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1"/>
  </p:sldMasterIdLst>
  <p:notesMasterIdLst>
    <p:notesMasterId r:id="rId8"/>
  </p:notesMasterIdLst>
  <p:sldIdLst>
    <p:sldId id="256" r:id="rId2"/>
    <p:sldId id="259" r:id="rId3"/>
    <p:sldId id="257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429" autoAdjust="0"/>
  </p:normalViewPr>
  <p:slideViewPr>
    <p:cSldViewPr snapToGrid="0" snapToObjects="1">
      <p:cViewPr varScale="1">
        <p:scale>
          <a:sx n="106" d="100"/>
          <a:sy n="106" d="100"/>
        </p:scale>
        <p:origin x="144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397B7-893A-F349-A1B4-D0992A74B1EE}" type="datetimeFigureOut">
              <a:rPr lang="en-US" smtClean="0"/>
              <a:t>5/2/17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76F3F7-76A4-464E-B43E-3679D4FB7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250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76F3F7-76A4-464E-B43E-3679D4FB71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63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76F3F7-76A4-464E-B43E-3679D4FB71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67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76F3F7-76A4-464E-B43E-3679D4FB71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67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76F3F7-76A4-464E-B43E-3679D4FB71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67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76F3F7-76A4-464E-B43E-3679D4FB71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67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28800" y="3159760"/>
            <a:ext cx="457200" cy="1034129"/>
          </a:xfrm>
          <a:prstGeom prst="rect">
            <a:avLst/>
          </a:prstGeom>
          <a:noFill/>
        </p:spPr>
        <p:txBody>
          <a:bodyPr wrap="square" lIns="0" tIns="9144" rIns="0" bIns="9144" rtlCol="0" anchor="ctr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1219200"/>
            <a:ext cx="7543800" cy="21526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375491"/>
            <a:ext cx="6172200" cy="6858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9C06D-4ED8-42C6-905D-CA84CA1B6CBF}" type="datetime2">
              <a:rPr lang="en-US" smtClean="0"/>
              <a:t>Tuesday, May 2, 17</a:t>
            </a:fld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1CAA-32CD-4B55-B92A-B8F0843CACF4}" type="datetime2">
              <a:rPr lang="en-US" smtClean="0"/>
              <a:t>Tuesday, May 2, 17</a:t>
            </a:fld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67200" y="4074497"/>
            <a:ext cx="457200" cy="10156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4267368"/>
            <a:ext cx="3733800" cy="73152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8CDC4-3D19-4983-B478-82F6B8E5AB66}" type="datetime2">
              <a:rPr lang="en-US" smtClean="0"/>
              <a:t>Tuesday, May 2, 17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0" y="1905000"/>
            <a:ext cx="6035040" cy="2350008"/>
          </a:xfr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en-US" sz="5400" b="0" kern="1200" cap="none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82477-D5D3-4181-8C11-75D0F2433A87}" type="datetime2">
              <a:rPr lang="en-US" smtClean="0"/>
              <a:t>Tuesday, May 2, 17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344168" y="658368"/>
            <a:ext cx="3273552" cy="3429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5029200" y="658368"/>
            <a:ext cx="3273552" cy="34321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4168" y="1371600"/>
            <a:ext cx="3276600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2920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9200" y="1371600"/>
            <a:ext cx="3273552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5664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8028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253B-1893-4367-8BAE-DF4BC10DC578}" type="datetime2">
              <a:rPr lang="en-US" smtClean="0"/>
              <a:t>Tuesday, May 2, 17</a:t>
            </a:fld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2300D-25B3-4603-86C9-4CB776489F00}" type="datetime2">
              <a:rPr lang="en-US" smtClean="0"/>
              <a:t>Tuesday, May 2, 17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4AD9-FCC8-48B7-B85B-012A91320DFF}" type="datetime2">
              <a:rPr lang="en-US" smtClean="0"/>
              <a:t>Tuesday, May 2, 17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328920" y="1774588"/>
            <a:ext cx="457200" cy="12311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8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1"/>
            <a:ext cx="4343400" cy="3429000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0" y="685801"/>
            <a:ext cx="2590800" cy="3429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DC50-D5DB-4F94-B367-9876CD2C4012}" type="datetime2">
              <a:rPr lang="en-US" smtClean="0"/>
              <a:t>Tuesday, May 2, 17</a:t>
            </a:fld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19200" y="612775"/>
            <a:ext cx="6705600" cy="2546985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43200" y="3453047"/>
            <a:ext cx="5029200" cy="72080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5352" y="3331464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EB412-E790-42EA-81FE-2925D3A43D91}" type="datetime2">
              <a:rPr lang="en-US" smtClean="0"/>
              <a:t>Tuesday, May 2, 17</a:t>
            </a:fld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33600" y="685801"/>
            <a:ext cx="5791200" cy="3505199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EE0E-EDB0-4D84-86B0-50833DF22902}" type="datetime2">
              <a:rPr lang="en-US" smtClean="0"/>
              <a:t>Tuesday, May 2, 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9600" y="609601"/>
            <a:ext cx="2133600" cy="5181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95600" y="685801"/>
            <a:ext cx="5029200" cy="45720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4372C-B5AB-4C39-B273-B99224EB4DD5}" type="datetime2">
              <a:rPr lang="en-US" smtClean="0"/>
              <a:t>Tuesday, May 2, 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C0F2-17E0-497A-9BBE-0C73201AAFE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  <a:alpha val="36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19724275">
            <a:off x="1373221" y="1038440"/>
            <a:ext cx="7240620" cy="570698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7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rot="17656910">
            <a:off x="-274211" y="1165875"/>
            <a:ext cx="5538472" cy="4480459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19724275">
            <a:off x="3277955" y="116854"/>
            <a:ext cx="6479362" cy="475475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0B385921-A91A-409C-921C-0E0EC1E750EC}" type="datetime2">
              <a:rPr lang="en-US" smtClean="0"/>
              <a:t>Tuesday, May 2, 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</p:spPr>
        <p:txBody>
          <a:bodyPr vert="horz" lIns="91440" tIns="45720" rIns="91440" bIns="9144" rtlCol="0" anchor="b"/>
          <a:lstStyle>
            <a:lvl1pPr algn="l">
              <a:defRPr sz="16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1789C0F2-17E0-497A-9BBE-0C73201AAF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56032" algn="l" defTabSz="914400" rtl="0" eaLnBrk="1" latinLnBrk="0" hangingPunct="1">
        <a:spcBef>
          <a:spcPct val="20000"/>
        </a:spcBef>
        <a:spcAft>
          <a:spcPts val="0"/>
        </a:spcAft>
        <a:buSzPct val="60000"/>
        <a:buFont typeface="Wingdings" pitchFamily="2" charset="2"/>
        <a:buChar char=""/>
        <a:defRPr sz="21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400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7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371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6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64592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5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96596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6pPr>
      <a:lvl7pPr marL="22402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7pPr>
      <a:lvl8pPr marL="2514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8pPr>
      <a:lvl9pPr marL="28346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2456238"/>
            <a:ext cx="7543800" cy="915611"/>
          </a:xfrm>
        </p:spPr>
        <p:txBody>
          <a:bodyPr/>
          <a:lstStyle/>
          <a:p>
            <a:r>
              <a:rPr lang="en-US" dirty="0" smtClean="0"/>
              <a:t>Redistricting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Group S2GV : Dong (Bob) Lee, </a:t>
            </a:r>
          </a:p>
          <a:p>
            <a:r>
              <a:rPr lang="en-US" dirty="0"/>
              <a:t>J</a:t>
            </a:r>
            <a:r>
              <a:rPr lang="en-US" dirty="0" smtClean="0"/>
              <a:t>osh </a:t>
            </a:r>
            <a:r>
              <a:rPr lang="en-US" dirty="0" err="1" smtClean="0"/>
              <a:t>McKinstry</a:t>
            </a:r>
            <a:r>
              <a:rPr lang="en-US" dirty="0" smtClean="0"/>
              <a:t>, Matt Kline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81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49613" y="563404"/>
            <a:ext cx="7543800" cy="914400"/>
          </a:xfrm>
        </p:spPr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Waterfall Process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rcRect l="-12500" r="-12500"/>
          <a:stretch>
            <a:fillRect/>
          </a:stretch>
        </p:blipFill>
        <p:spPr>
          <a:xfrm>
            <a:off x="636054" y="1620369"/>
            <a:ext cx="7637064" cy="4582237"/>
          </a:xfrm>
        </p:spPr>
      </p:pic>
    </p:spTree>
    <p:extLst>
      <p:ext uri="{BB962C8B-B14F-4D97-AF65-F5344CB8AC3E}">
        <p14:creationId xmlns:p14="http://schemas.microsoft.com/office/powerpoint/2010/main" val="3881002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378838" y="2261607"/>
            <a:ext cx="6096000" cy="3657599"/>
          </a:xfrm>
        </p:spPr>
        <p:txBody>
          <a:bodyPr/>
          <a:lstStyle/>
          <a:p>
            <a:r>
              <a:rPr lang="en-US" sz="2200" dirty="0" smtClean="0"/>
              <a:t>Clearly defined process</a:t>
            </a:r>
          </a:p>
          <a:p>
            <a:r>
              <a:rPr lang="en-US" sz="2200" dirty="0" smtClean="0"/>
              <a:t>Easy to use</a:t>
            </a:r>
          </a:p>
          <a:p>
            <a:r>
              <a:rPr lang="en-US" sz="2200" dirty="0" smtClean="0"/>
              <a:t>Specific Deliverables</a:t>
            </a:r>
          </a:p>
          <a:p>
            <a:r>
              <a:rPr lang="en-US" sz="2200" dirty="0" smtClean="0"/>
              <a:t>Scheduled Tasks</a:t>
            </a:r>
          </a:p>
          <a:p>
            <a:r>
              <a:rPr lang="en-US" sz="2200" dirty="0" smtClean="0"/>
              <a:t>Catch design flaws early</a:t>
            </a:r>
          </a:p>
          <a:p>
            <a:r>
              <a:rPr lang="en-US" sz="2200" dirty="0"/>
              <a:t>Reduce code waste</a:t>
            </a:r>
          </a:p>
          <a:p>
            <a:r>
              <a:rPr lang="en-US" sz="2200" dirty="0"/>
              <a:t>Improved Quality</a:t>
            </a:r>
          </a:p>
          <a:p>
            <a:r>
              <a:rPr lang="en-US" sz="2200" dirty="0" smtClean="0"/>
              <a:t>Works well for Small Projects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49613" y="563404"/>
            <a:ext cx="7543800" cy="914400"/>
          </a:xfrm>
        </p:spPr>
        <p:txBody>
          <a:bodyPr/>
          <a:lstStyle/>
          <a:p>
            <a:r>
              <a:rPr lang="en-US" dirty="0" smtClean="0"/>
              <a:t>Why Waterfall?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136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378838" y="2021973"/>
            <a:ext cx="6096000" cy="3657599"/>
          </a:xfrm>
        </p:spPr>
        <p:txBody>
          <a:bodyPr/>
          <a:lstStyle/>
          <a:p>
            <a:r>
              <a:rPr lang="en-US" sz="2200" dirty="0" smtClean="0"/>
              <a:t>Process flowed well</a:t>
            </a:r>
          </a:p>
          <a:p>
            <a:r>
              <a:rPr lang="en-US" sz="2200" dirty="0" smtClean="0"/>
              <a:t>Requirements Definition</a:t>
            </a:r>
          </a:p>
          <a:p>
            <a:r>
              <a:rPr lang="en-US" sz="2200" dirty="0" smtClean="0"/>
              <a:t>Client Interactions</a:t>
            </a:r>
          </a:p>
          <a:p>
            <a:r>
              <a:rPr lang="en-US" sz="2200" dirty="0" smtClean="0"/>
              <a:t>Deliverables</a:t>
            </a:r>
          </a:p>
          <a:p>
            <a:r>
              <a:rPr lang="en-US" sz="2200" dirty="0" smtClean="0"/>
              <a:t>Reduced wasted code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49613" y="563404"/>
            <a:ext cx="7543800" cy="914400"/>
          </a:xfrm>
        </p:spPr>
        <p:txBody>
          <a:bodyPr/>
          <a:lstStyle/>
          <a:p>
            <a:r>
              <a:rPr lang="en-US" dirty="0" smtClean="0"/>
              <a:t>What Worked Well?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936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378839" y="1878193"/>
            <a:ext cx="6096000" cy="3657599"/>
          </a:xfrm>
        </p:spPr>
        <p:txBody>
          <a:bodyPr>
            <a:normAutofit/>
          </a:bodyPr>
          <a:lstStyle/>
          <a:p>
            <a:r>
              <a:rPr lang="en-US" sz="2200" dirty="0" smtClean="0"/>
              <a:t>Code was written late in process</a:t>
            </a:r>
          </a:p>
          <a:p>
            <a:r>
              <a:rPr lang="en-US" sz="2200" dirty="0" smtClean="0"/>
              <a:t>All features were added at once</a:t>
            </a:r>
          </a:p>
          <a:p>
            <a:r>
              <a:rPr lang="en-US" sz="2200" dirty="0" smtClean="0"/>
              <a:t>Design was not clearly defined</a:t>
            </a:r>
          </a:p>
          <a:p>
            <a:r>
              <a:rPr lang="en-US" sz="2200" dirty="0" smtClean="0"/>
              <a:t>Flawed Design made coding difficult</a:t>
            </a:r>
          </a:p>
          <a:p>
            <a:r>
              <a:rPr lang="en-US" sz="2200" dirty="0" smtClean="0"/>
              <a:t>Meeting with client for verification</a:t>
            </a:r>
          </a:p>
          <a:p>
            <a:r>
              <a:rPr lang="en-US" sz="2200" dirty="0" smtClean="0"/>
              <a:t>Too much time spent on early stages</a:t>
            </a:r>
            <a:endParaRPr lang="en-US" sz="2200" dirty="0"/>
          </a:p>
          <a:p>
            <a:r>
              <a:rPr lang="en-US" sz="2200" dirty="0" smtClean="0"/>
              <a:t>Maintainability is not a focus of this model</a:t>
            </a:r>
          </a:p>
          <a:p>
            <a:r>
              <a:rPr lang="en-US" sz="2200" dirty="0" smtClean="0"/>
              <a:t>Tests revealed errors that could not be fixed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49613" y="563404"/>
            <a:ext cx="7543800" cy="914400"/>
          </a:xfrm>
        </p:spPr>
        <p:txBody>
          <a:bodyPr/>
          <a:lstStyle/>
          <a:p>
            <a:r>
              <a:rPr lang="en-US" dirty="0" smtClean="0"/>
              <a:t>What Worked Poorly?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381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378839" y="1878193"/>
            <a:ext cx="6096000" cy="3657599"/>
          </a:xfrm>
        </p:spPr>
        <p:txBody>
          <a:bodyPr/>
          <a:lstStyle/>
          <a:p>
            <a:r>
              <a:rPr lang="en-US" sz="2200" dirty="0" smtClean="0"/>
              <a:t>Using an iterative model</a:t>
            </a:r>
          </a:p>
          <a:p>
            <a:r>
              <a:rPr lang="en-US" sz="2200" dirty="0" smtClean="0"/>
              <a:t>Always having working code</a:t>
            </a:r>
          </a:p>
          <a:p>
            <a:r>
              <a:rPr lang="en-US" sz="2200" dirty="0" smtClean="0"/>
              <a:t>More clearly defined design</a:t>
            </a:r>
          </a:p>
          <a:p>
            <a:r>
              <a:rPr lang="en-US" sz="2200" dirty="0" smtClean="0"/>
              <a:t>Changing already defined requirements/designs/code</a:t>
            </a:r>
          </a:p>
          <a:p>
            <a:r>
              <a:rPr lang="en-US" sz="2200" dirty="0" smtClean="0"/>
              <a:t>Increased client communication</a:t>
            </a:r>
          </a:p>
          <a:p>
            <a:r>
              <a:rPr lang="en-US" sz="2200" dirty="0" smtClean="0"/>
              <a:t>Prototype for project</a:t>
            </a:r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49613" y="563404"/>
            <a:ext cx="7543800" cy="914400"/>
          </a:xfrm>
        </p:spPr>
        <p:txBody>
          <a:bodyPr/>
          <a:lstStyle/>
          <a:p>
            <a:r>
              <a:rPr lang="en-US" dirty="0" smtClean="0"/>
              <a:t>What To Do Differently?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1476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lemental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Elemental.thmx</Template>
  <TotalTime>94</TotalTime>
  <Words>147</Words>
  <Application>Microsoft Macintosh PowerPoint</Application>
  <PresentationFormat>On-screen Show (4:3)</PresentationFormat>
  <Paragraphs>42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Elemental</vt:lpstr>
      <vt:lpstr>Redistricting</vt:lpstr>
      <vt:lpstr> Waterfall Process</vt:lpstr>
      <vt:lpstr>Why Waterfall?</vt:lpstr>
      <vt:lpstr>What Worked Well?</vt:lpstr>
      <vt:lpstr>What Worked Poorly?</vt:lpstr>
      <vt:lpstr>What To Do Differently?</vt:lpstr>
    </vt:vector>
  </TitlesOfParts>
  <Company>MSU Denver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Redistricting</dc:title>
  <dc:creator>Information Technology</dc:creator>
  <cp:lastModifiedBy>Information Technology</cp:lastModifiedBy>
  <cp:revision>7</cp:revision>
  <dcterms:created xsi:type="dcterms:W3CDTF">2017-05-02T15:58:30Z</dcterms:created>
  <dcterms:modified xsi:type="dcterms:W3CDTF">2017-05-02T17:32:42Z</dcterms:modified>
</cp:coreProperties>
</file>